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>
            <a:solidFill>
              <a:srgbClr val="F7F7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F63"/>
          </a:solidFill>
          <a:ln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63"/>
                </a:solidFill>
                <a:latin typeface="IBM Plex Mono"/>
              </a:rPr>
              <a:t>FILEMANAGEMENT · AZURE SERVICE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B2027"/>
                </a:solidFill>
                <a:latin typeface="IBM Plex Sans"/>
              </a:rPr>
              <a:t>Topic-per-Log-Type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65707C"/>
                </a:solidFill>
                <a:latin typeface="IBM Plex Sans"/>
              </a:rPr>
              <a:t>Routing pipeline events onto a dedicated Service Bus topic per LogType,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65707C"/>
                </a:solidFill>
                <a:latin typeface="IBM Plex Sans"/>
              </a:rPr>
              <a:t>without losing per-file ordering.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5707C"/>
                </a:solidFill>
                <a:latin typeface="IBM Plex Mono"/>
              </a:rPr>
              <a:t>DIALOGS backend-api  ·  Dialogs.FileManagement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One shared topic serialized every log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3152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Every pipeline stage event — upload, DRU, JRU, OMAP, PCAP, EVENT, SUC — went through a single topic/subscription pair.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dialogs-upload-history / upload-history-event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One consumer, one processor pool.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A slow or failing log type could stall processing for every other log type behind it.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No independent scaling or failure isolation per log type.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Azure Service Bus throughput and retry behavior applied uniformly to all events.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Goal: split by LogType while keeping per-file ordering and shipping with zero downtime.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Existing single-topic deployments must keep working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027"/>
                </a:solidFill>
                <a:latin typeface="IBM Plex Sans"/>
              </a:rPr>
              <a:t>Publish → route → fan-in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5707C"/>
                </a:solidFill>
                <a:latin typeface="IBM Plex Mono"/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5707C"/>
                </a:solidFill>
                <a:latin typeface="IBM Plex Mono"/>
              </a:rPr>
              <a:t>PUBLISHER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5707C"/>
                </a:solidFill>
                <a:latin typeface="IBM Plex Mono"/>
              </a:rPr>
              <a:t>SERVICE BUS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5707C"/>
                </a:solidFill>
                <a:latin typeface="IBM Plex Mono"/>
              </a:rPr>
              <a:t>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160020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65707C"/>
                </a:solidFill>
                <a:latin typeface="IBM Plex Mono"/>
              </a:rPr>
              <a:t>HANDLER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17373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Pipeline event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PipelineEventDto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5707C"/>
                </a:solidFill>
                <a:latin typeface="IBM Plex Sans"/>
              </a:rPr>
              <a:t>LogType · Product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65707C"/>
                </a:solidFill>
                <a:latin typeface="IBM Plex Sans"/>
              </a:rPr>
              <a:t>Project · FileName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31720"/>
            <a:ext cx="2148840" cy="1737360"/>
          </a:xfrm>
          <a:prstGeom prst="roundRect">
            <a:avLst>
              <a:gd name="adj" fmla="val 9000"/>
            </a:avLst>
          </a:prstGeom>
          <a:solidFill>
            <a:srgbClr val="F0F1ED"/>
          </a:solidFill>
          <a:ln w="15875">
            <a:solidFill>
              <a:srgbClr val="1B2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ServiceBusPublisher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TopicRouter.Resolve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TopicName(logType)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A8641F"/>
                </a:solidFill>
                <a:latin typeface="IBM Plex Sans"/>
              </a:rPr>
              <a:t>SessionId = Product|</a:t>
            </a:r>
          </a:p>
          <a:p>
            <a:pPr algn="l">
              <a:lnSpc>
                <a:spcPct val="105000"/>
              </a:lnSpc>
            </a:pPr>
            <a:r>
              <a:rPr sz="1100" b="1">
                <a:solidFill>
                  <a:srgbClr val="A8641F"/>
                </a:solidFill>
                <a:latin typeface="IBM Plex Sans"/>
              </a:rPr>
              <a:t>Project|FileName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3200400"/>
            <a:ext cx="137160" cy="0"/>
          </a:xfrm>
          <a:prstGeom prst="line">
            <a:avLst/>
          </a:prstGeom>
          <a:ln w="1397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83480" y="1508760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DRU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upload_history_local_dru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26280" y="1837943"/>
            <a:ext cx="457200" cy="1362457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1508760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…_dru_subscription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1837943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80" y="2272284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EVENT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upload_history_local_event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526280" y="2601468"/>
            <a:ext cx="457200" cy="598932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20" y="2272284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…_event_subscription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52360" y="2601468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983480" y="3035808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JRU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upload_history_local_jru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3200400"/>
            <a:ext cx="457200" cy="164591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18120" y="3035808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…_jru_subscription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3364991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83480" y="3799331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OMAP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upload_history_local_omap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26280" y="3200400"/>
            <a:ext cx="457200" cy="928115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18120" y="3799331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…_omap_subscription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52360" y="4128515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83480" y="4562856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PCAP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upload_history_local_pcap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26280" y="3200400"/>
            <a:ext cx="457200" cy="169164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18120" y="4562856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…_pcap_subscription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52360" y="4892040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83480" y="5326379"/>
            <a:ext cx="2468880" cy="658368"/>
          </a:xfrm>
          <a:prstGeom prst="roundRect">
            <a:avLst>
              <a:gd name="adj" fmla="val 9000"/>
            </a:avLst>
          </a:prstGeom>
          <a:solidFill>
            <a:srgbClr val="E3EDE9"/>
          </a:solidFill>
          <a:ln w="13970">
            <a:solidFill>
              <a:srgbClr val="2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SUC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upload_history_local_suc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26280" y="3200400"/>
            <a:ext cx="457200" cy="2455164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818120" y="5326379"/>
            <a:ext cx="228600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SessionProcessor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…_suc_subscription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52360" y="5655564"/>
            <a:ext cx="365760" cy="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87000" y="2640329"/>
            <a:ext cx="1600200" cy="1554480"/>
          </a:xfrm>
          <a:prstGeom prst="roundRect">
            <a:avLst>
              <a:gd name="adj" fmla="val 9000"/>
            </a:avLst>
          </a:prstGeom>
          <a:solidFill>
            <a:srgbClr val="F0F1ED"/>
          </a:solidFill>
          <a:ln w="15875">
            <a:solidFill>
              <a:srgbClr val="1B2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IPipelineEvent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B2027"/>
                </a:solidFill>
                <a:latin typeface="IBM Plex Sans"/>
              </a:rPr>
              <a:t>Processor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ProcessAsync(dto,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messageType)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104120" y="1837943"/>
            <a:ext cx="182880" cy="1579627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104120" y="2601468"/>
            <a:ext cx="182880" cy="816102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104120" y="3364991"/>
            <a:ext cx="182880" cy="52579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104120" y="3417570"/>
            <a:ext cx="182880" cy="710945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104120" y="3417570"/>
            <a:ext cx="182880" cy="1474470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104120" y="3417570"/>
            <a:ext cx="182880" cy="2237994"/>
          </a:xfrm>
          <a:prstGeom prst="line">
            <a:avLst/>
          </a:prstGeom>
          <a:ln w="11430">
            <a:solidFill>
              <a:srgbClr val="6570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35240" y="4160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A8641F"/>
                </a:solidFill>
                <a:latin typeface="IBM Plex Mono"/>
              </a:rPr>
              <a:t>1 processor / topic · sessions=1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234440" y="4069080"/>
            <a:ext cx="1783080" cy="1005840"/>
          </a:xfrm>
          <a:prstGeom prst="line">
            <a:avLst/>
          </a:prstGeom>
          <a:ln w="12700">
            <a:solidFill>
              <a:srgbClr val="65707C"/>
            </a:solidFill>
            <a:tailEnd type="triangle" w="sm" len="sm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88920" y="4526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5707C"/>
                </a:solidFill>
                <a:latin typeface="IBM Plex Mono"/>
              </a:rPr>
              <a:t>when LogTypeTopics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65707C"/>
                </a:solidFill>
                <a:latin typeface="IBM Plex Mono"/>
              </a:rPr>
              <a:t>is empty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12064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F7F7F4"/>
          </a:solidFill>
          <a:ln w="12700">
            <a:solidFill>
              <a:srgbClr val="6570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65707C"/>
                </a:solidFill>
                <a:latin typeface="IBM Plex Sans"/>
              </a:rPr>
              <a:t>Legacy topic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dialogs-upload-history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07C"/>
                </a:solidFill>
                <a:latin typeface="IBM Plex Mono"/>
              </a:rPr>
              <a:t>upload-history-event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One dictionary drives the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7607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ServiceBus.LogTypeTopics : Dictionary&lt;string, LogTypeTopic&gt;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Case-insensitive on LogType; empty by default.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LogTypeTopic { TopicName, SubscriptionName }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One pair per log type — same shape as the existing top-level TopicName/SubscriptionName.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Populated entirely from environment variables.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No code change needed to add or rename a log-type topic.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83080"/>
            <a:ext cx="4846320" cy="3931920"/>
          </a:xfrm>
          <a:prstGeom prst="roundRect">
            <a:avLst>
              <a:gd name="adj" fmla="val 9000"/>
            </a:avLst>
          </a:prstGeom>
          <a:solidFill>
            <a:srgbClr val="F0F1ED"/>
          </a:solidFill>
          <a:ln w="12700">
            <a:solidFill>
              <a:srgbClr val="DC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82880"/>
          <a:lstStyle/>
          <a:p>
            <a:pPr algn="ctr"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>ApplicationConfiguration__Azure__ServiceBus__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2F6F63"/>
                </a:solidFill>
                <a:latin typeface="IBM Plex Mono"/>
              </a:rPr>
              <a:t>  LogTypeTopics__DRU__TopicName=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>    upload_history_local_dru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2F6F63"/>
                </a:solidFill>
                <a:latin typeface="IBM Plex Mono"/>
              </a:rPr>
              <a:t>  LogTypeTopics__DRU__SubscriptionName=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>    upload_history_local_dru_subscription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/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2F6F63"/>
                </a:solidFill>
                <a:latin typeface="IBM Plex Mono"/>
              </a:rPr>
              <a:t>  LogTypeTopics__EVENT__TopicName=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>    upload_history_local_event</a:t>
            </a:r>
          </a:p>
          <a:p>
            <a:pPr>
              <a:lnSpc>
                <a:spcPct val="130000"/>
              </a:lnSpc>
            </a:pPr>
            <a:r>
              <a:rPr sz="1250">
                <a:solidFill>
                  <a:srgbClr val="1B2027"/>
                </a:solidFill>
                <a:latin typeface="IBM Plex Mono"/>
              </a:rPr>
              <a:t>  ...JRU, OMAP, PCAP, SUC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PUBLISH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ServiceBusPublisher.PublishAsync&lt;T&gt;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Read LogType off the message, if it implements IHasLogType.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PipelineEventDto.LogType simply proxies Payload.LogType.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ServiceBusTopicRouter.ResolveTopicName(config, logType) picks the topic.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Falls back to config.TopicName when the message has no LogType, or LogTypeTopics is unset.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One ServiceBusSender per topic, cached in a ConcurrentDictionary.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Senders are created lazily via GetOrAdd — no upfront connection to all six topics.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1B2027"/>
                </a:solidFill>
                <a:latin typeface="IBM Plex Sans"/>
              </a:rPr>
              <a:t>—  SessionId is stamped from IHasSessionId, defaulting to a new GUID.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65707C"/>
                </a:solidFill>
                <a:latin typeface="IBM Plex Sans"/>
              </a:rPr>
              <a:t>     PipelineEventDto sets it to Product|Project|FileName so a file's events stay ordered.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CONSUME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ServiceBusConsumer — one processor per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B2027"/>
                </a:solidFill>
                <a:latin typeface="IBM Plex Sans"/>
              </a:rPr>
              <a:t>—  ServiceBusTopicRouter.ResolveSubscriptions(config) returns every (topic, subscription) pair.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5707C"/>
                </a:solidFill>
                <a:latin typeface="IBM Plex Sans"/>
              </a:rPr>
              <a:t>     One row per configured LogType, or the single legacy pair as fallback.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B2027"/>
                </a:solidFill>
                <a:latin typeface="IBM Plex Sans"/>
              </a:rPr>
              <a:t>—  A ServiceBusSessionProcessor is created per pair, all owned by the same BackgroundService.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5707C"/>
                </a:solidFill>
                <a:latin typeface="IBM Plex Sans"/>
              </a:rPr>
              <a:t>     One .NET host, six independent session processors running concurrently.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B2027"/>
                </a:solidFill>
                <a:latin typeface="IBM Plex Sans"/>
              </a:rPr>
              <a:t>—  MaxConcurrentCallsPerSession = 1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5707C"/>
                </a:solidFill>
                <a:latin typeface="IBM Plex Sans"/>
              </a:rPr>
              <a:t>     Keeps every message for one file's session strictly in order.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B2027"/>
                </a:solidFill>
                <a:latin typeface="IBM Plex Sans"/>
              </a:rPr>
              <a:t>—  MaxConcurrentSessions = 2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5707C"/>
                </a:solidFill>
                <a:latin typeface="IBM Plex Sans"/>
              </a:rPr>
              <a:t>     Lets different files process in parallel within the same topic.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B2027"/>
                </a:solidFill>
                <a:latin typeface="IBM Plex Sans"/>
              </a:rPr>
              <a:t>—  Every processor calls the same IPipelineEventProcessor.ProcessAsync(...).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65707C"/>
                </a:solidFill>
                <a:latin typeface="IBM Plex Sans"/>
              </a:rPr>
              <a:t>     Downstream handling doesn't know or care which topic the message arrived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BACKWARD 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Fails open to the legacy single-topic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6070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LogTypeTopics empty (or missing) → publisher and consumer both use TopicName / SubscriptionName.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The exact behavior that existed before this change.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No feature flag, no dual code path in the handler.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ResolveTopicName / ResolveSubscriptions are the only two places that branch on this.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1B2027"/>
                </a:solidFill>
                <a:latin typeface="IBM Plex Sans"/>
              </a:rPr>
              <a:t>—  Rollout is config-only: add the LogTypeTopics env vars to switch a deployment over.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5707C"/>
                </a:solidFill>
                <a:latin typeface="IBM Plex Sans"/>
              </a:rPr>
              <a:t>     An environment with none of them set keeps running exactly as it does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027"/>
                </a:solidFill>
                <a:latin typeface="IBM Plex Sans"/>
              </a:rPr>
              <a:t>LogType → topic → subscription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97680"/>
                <a:gridCol w="4754880"/>
              </a:tblGrid>
              <a:tr h="56170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5707C"/>
                          </a:solidFill>
                          <a:latin typeface="IBM Plex Sans"/>
                        </a:rPr>
                        <a:t>LogType</a:t>
                      </a:r>
                    </a:p>
                  </a:txBody>
                  <a:tcPr anchor="ctr" marL="109728">
                    <a:solidFill>
                      <a:srgbClr val="F0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5707C"/>
                          </a:solidFill>
                          <a:latin typeface="IBM Plex Sans"/>
                        </a:rPr>
                        <a:t>Topic</a:t>
                      </a:r>
                    </a:p>
                  </a:txBody>
                  <a:tcPr anchor="ctr" marL="109728">
                    <a:solidFill>
                      <a:srgbClr val="F0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5707C"/>
                          </a:solidFill>
                          <a:latin typeface="IBM Plex Sans"/>
                        </a:rPr>
                        <a:t>Subscription</a:t>
                      </a:r>
                    </a:p>
                  </a:txBody>
                  <a:tcPr anchor="ctr" marL="109728">
                    <a:solidFill>
                      <a:srgbClr val="F0F1ED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DRU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upload_history_local_dru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upload_history_local_dru_subscription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EVENT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upload_history_local_event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upload_history_local_event_subscription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JRU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upload_history_local_jru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upload_history_local_jru_subscription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OMAP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upload_history_local_omap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upload_history_local_omap_subscription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PCAP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upload_history_local_pcap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upload_history_local_pcap_subscription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6F63"/>
                          </a:solidFill>
                          <a:latin typeface="IBM Plex Sans"/>
                        </a:rPr>
                        <a:t>SUC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upload_history_local_suc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027"/>
                          </a:solidFill>
                          <a:latin typeface="IBM Plex Mono"/>
                        </a:rPr>
                        <a:t>upload_history_local_suc_subscription</a:t>
                      </a:r>
                    </a:p>
                  </a:txBody>
                  <a:tcPr anchor="ctr" marL="109728">
                    <a:solidFill>
                      <a:srgbClr val="F7F7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CHANGE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Files touched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Infrastructure/ServiceBus/ServiceBusTopicRouter.cs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328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Application/Interfaces/IHasLogType.cs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1693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Application/Interfaces/IHasSessionId.cs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641F"/>
                </a:solidFill>
                <a:latin typeface="IBM Plex Mono"/>
              </a:rPr>
              <a:t>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Infrastructure/ServiceBus/ServiceBusPublisher.cs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Infrastructure/ServiceBus/ServiceBusConsumer.cs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0857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Application/DTOs/PipelineEventDto.cs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926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BuildingBlocks/Common/Configuration/ApplicationConfiguration.cs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766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027"/>
                </a:solidFill>
                <a:latin typeface="IBM Plex Mono"/>
              </a:rPr>
              <a:t>API/.env, API/.env.k8s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B2027"/>
                </a:solidFill>
                <a:latin typeface="IBM Plex Sans"/>
              </a:rPr>
              <a:t>Benefits &amp; 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F63"/>
                </a:solidFill>
                <a:latin typeface="IBM Plex Mono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3949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Failure and throughput isolation per log type.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65707C"/>
                </a:solidFill>
                <a:latin typeface="IBM Plex Sans"/>
              </a:rPr>
              <a:t>     A stuck OMAP consumer no longer blocks DRU or SUC processing.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Ordering preserved per file.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65707C"/>
                </a:solidFill>
                <a:latin typeface="IBM Plex Sans"/>
              </a:rPr>
              <a:t>     Session key keeps every stage of one file's journey in sequence.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Config-only rollout and rollback.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65707C"/>
                </a:solidFill>
                <a:latin typeface="IBM Plex Sans"/>
              </a:rPr>
              <a:t>     No handler code branches on which mode is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8641F"/>
                </a:solidFill>
                <a:latin typeface="IBM Plex Mono"/>
              </a:rPr>
              <a:t>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57400"/>
            <a:ext cx="52120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Six topics and subscriptions must exist in Azure Service Bus before switching a deployment over.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Six ServiceBusSessionProcessors run per host — more open connections than the single-topic mode.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B2027"/>
                </a:solidFill>
                <a:latin typeface="IBM Plex Sans"/>
              </a:rPr>
              <a:t>—  A LogType with no matching entry in LogTypeTopics throws at publish time.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65707C"/>
                </a:solidFill>
                <a:latin typeface="IBM Plex Sans"/>
              </a:rPr>
              <a:t>     New log types must be added to config before they can be published.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DIALOGS backend-api  ·  FileManagement Service 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5707C"/>
                </a:solidFill>
                <a:latin typeface="IBM Plex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